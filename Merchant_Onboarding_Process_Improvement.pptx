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743200"/>
            <a:ext cx="2286000" cy="22860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PROCESS IMPROVEMENT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Onboarding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Overhaul at Myntra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standardising templates &amp; workflows cut turnaround time by 40% and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 by 30% across 400+ merchant onboardings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20624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4206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 Singh  ·  Operations Analyst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Before State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Compliance &amp; Onboarding Workflows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Myntra's merchant onboarding team handled 400+ sellers across categories — each requiring KYC verification, catalogue review, and compliance sign-off. There was no single standardised process, creating a fragmented, error-prone workflow.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31720"/>
            <a:ext cx="2651760" cy="1097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68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9809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Turnaround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340156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onboarding required custom documentation built from scratch — adding 2–3 days of back-and-forth per merchant.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331720"/>
            <a:ext cx="2651760" cy="1097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468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00400" y="29809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Errors &amp; Gaps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340156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templates led to missing fields, duplicate entries, and ~20% error rate in product catalogues and KYC records.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331720"/>
            <a:ext cx="2651760" cy="1097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468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35040" y="29809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Source of Truth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340156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used personal spreadsheets. No shared MIS tracker meant duplicate follow-ups, lost files, and zero visibility for managers.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·  Why It Was Broken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Diagnosing the Operational Gaps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ROOT CAUSES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28216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standardised documentation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4767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exec created documents independently, causing format inconsistency and missing compliance fields.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505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disconnected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70662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lived across personal sheets and emails — no central MIS meant no accountability or audit trail.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2095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issue resolution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46557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surfaced only at final review, forcing costly rework and delaying merchant activation by days.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005072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9684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merchant guidance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22452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were not given clear checklists upfront, causing multiple incomplete document submissions.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1280160"/>
            <a:ext cx="320040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1417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IMPACT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PROBLEMS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77840" y="2084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557784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error rate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catalogues &amp; KYC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77840" y="30449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 days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557784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per merchant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cycle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0" y="4005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5577840" y="4480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for senior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·  What Was Designed &amp; Implemented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Three-Part Process Redesign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32688" y="138988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Templates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2084832"/>
            <a:ext cx="2432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single-source KYC + compliance checklist template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all mandatory fields for every seller category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to all merchants before intake — reduced incomplete submissions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54096" y="301752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28803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71600"/>
            <a:ext cx="265176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89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67328" y="138988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MIS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Tracker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10128" y="2084832"/>
            <a:ext cx="2432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structured Google Sheets MIS with status stages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real-time visibility to team leads &amp; stakeholders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audit trail for every merchant interaction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88736" y="301752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8803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5040" y="13716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371600"/>
            <a:ext cx="265176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389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601968" y="138988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&amp;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Workflow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44768" y="2084832"/>
            <a:ext cx="2432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periodic risk-scoring of high-risk merchant sites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pre-submission validation checks to catch errors early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deduplication on catalogue &amp; warehouse records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All changes were implemented within the first 6 weeks of onboarding, with no disruption to ongoing operations.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 ·  After State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Tell the Story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77640" cy="160020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109728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8191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57400" y="15819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effort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22219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standardised templates &amp; checklists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3977640" cy="160020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417320"/>
            <a:ext cx="109728" cy="1600200"/>
          </a:xfrm>
          <a:prstGeom prst="rect">
            <a:avLst/>
          </a:prstGeom>
          <a:solidFill>
            <a:srgbClr val="F4A430"/>
          </a:solidFill>
          <a:ln w="12700">
            <a:solidFill>
              <a:srgbClr val="F4A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8191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A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15819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2219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systematic deduplication &amp;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977640" cy="160020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00400"/>
            <a:ext cx="109728" cy="1600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6499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057400" y="33649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documentation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57400" y="40050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2–3 day cycles to same-day submissions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200400"/>
            <a:ext cx="3977640" cy="160020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200400"/>
            <a:ext cx="109728" cy="16002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36499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400+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309360" y="33649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onboarded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40050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compliance documentation maintained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17720"/>
            <a:ext cx="8412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Learnings:  Standardisation &gt; heroics  ·  Visible data = accountable teams  ·  Proactive validation prevents rework  ·  Clear merchant comms halve follow-ups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Improvement Case Study – Myntra</dc:title>
  <dc:subject>PptxGenJS Presentation</dc:subject>
  <dc:creator>Arti Singh</dc:creator>
  <cp:lastModifiedBy>Arti Singh</cp:lastModifiedBy>
  <cp:revision>1</cp:revision>
  <dcterms:created xsi:type="dcterms:W3CDTF">2026-03-04T17:48:42Z</dcterms:created>
  <dcterms:modified xsi:type="dcterms:W3CDTF">2026-03-04T17:48:42Z</dcterms:modified>
</cp:coreProperties>
</file>